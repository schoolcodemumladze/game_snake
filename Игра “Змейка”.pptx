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384b5121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384b5121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384b5121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384b5121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384b51214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384b51214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384b5121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384b5121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84b5121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384b5121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84b51214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384b51214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84b51214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384b51214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gif"/><Relationship Id="rId4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3.jp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2.jpg"/><Relationship Id="rId5" Type="http://schemas.openxmlformats.org/officeDocument/2006/relationships/image" Target="../media/image25.jpg"/><Relationship Id="rId6" Type="http://schemas.openxmlformats.org/officeDocument/2006/relationships/image" Target="../media/image19.gif"/><Relationship Id="rId7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196551" y="990800"/>
            <a:ext cx="67509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Игра “Змейка”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312625" y="3840625"/>
            <a:ext cx="2928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Кобрина Мария</a:t>
            </a:r>
            <a:endParaRPr/>
          </a:p>
        </p:txBody>
      </p:sp>
      <p:pic>
        <p:nvPicPr>
          <p:cNvPr id="61" name="Google Shape;61;p13" title="Python free icons designed by Freepi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225" y="3078200"/>
            <a:ext cx="1629350" cy="16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загруженное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75" y="1459125"/>
            <a:ext cx="2123570" cy="21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Cat Silly Sticker - Cat Silly Dancing - Descobrir e Compartilhar GIFs_transparent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6025" y="2228850"/>
            <a:ext cx="2123575" cy="1739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400675" y="692000"/>
            <a:ext cx="212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проекта: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739050" y="1264688"/>
            <a:ext cx="76659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Основная цель проекта – воссоздать знакомый с детства игровой процесс в максимально простом и доступном виде.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14600" y="2087475"/>
            <a:ext cx="5726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Игра не ставит перед игроком сложных задач: управление интуитивно понятно, а геймплей позволяет отвлечься от повседневных забот и на несколько минут погрузиться в спокойное, медитативное занятие. </a:t>
            </a:r>
            <a:endParaRPr sz="21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1" name="Google Shape;71;p14" title="загруженное (2)_transparen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93620"/>
            <a:ext cx="1475275" cy="12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важный кот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375" y="2087474"/>
            <a:ext cx="2371675" cy="23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1525100" y="445025"/>
            <a:ext cx="618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 время работы моей игры предусмотрены: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816425" y="1262800"/>
            <a:ext cx="750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ru" sz="2300"/>
              <a:t>Графический дизайн (библиотека turtle                 )</a:t>
            </a:r>
            <a:endParaRPr sz="2300"/>
          </a:p>
        </p:txBody>
      </p:sp>
      <p:pic>
        <p:nvPicPr>
          <p:cNvPr id="79" name="Google Shape;79;p15" title="Me when my mum says she's getting me macc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225" y="857638"/>
            <a:ext cx="1254175" cy="12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861175" y="1835500"/>
            <a:ext cx="618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2. Звуковые</a:t>
            </a:r>
            <a:r>
              <a:rPr lang="ru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ru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эффекты (библиотека winsound)</a:t>
            </a: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61175" y="2465563"/>
            <a:ext cx="3543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3. Запись рекорда в файл</a:t>
            </a:r>
            <a:endParaRPr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861175" y="3052675"/>
            <a:ext cx="6185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4. Повторение игрового процесса до закрытия игры (цикл while)</a:t>
            </a:r>
            <a:endParaRPr sz="2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3" name="Google Shape;83;p15" title="💞тг_ супер мили котики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550" y="1968098"/>
            <a:ext cx="1899150" cy="18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котенок пишет курсовую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5350" y="3582825"/>
            <a:ext cx="1480550" cy="14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1134975" y="331100"/>
            <a:ext cx="296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программы: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603400" y="839363"/>
            <a:ext cx="52617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Перед игрой </a:t>
            </a:r>
            <a:r>
              <a:rPr lang="ru" sz="2100"/>
              <a:t>предлагается ввести свой ник (для записи рекорда)</a:t>
            </a:r>
            <a:endParaRPr sz="2100"/>
          </a:p>
        </p:txBody>
      </p:sp>
      <p:pic>
        <p:nvPicPr>
          <p:cNvPr id="91" name="Google Shape;91;p16" title="Снимок экрана 2026-05-20 1619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475" y="464263"/>
            <a:ext cx="2351700" cy="15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4365150" y="2090350"/>
            <a:ext cx="4187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Далее открывается основной экран – сама игра. Управление и основа, без чего не будет работать игра указаны в </a:t>
            </a: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терминале.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3" name="Google Shape;93;p16" title="Снимок экрана 2026-05-20 1620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600" y="1788825"/>
            <a:ext cx="3769124" cy="27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Снимок экрана 2026-05-20 1620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6213" y="3718200"/>
            <a:ext cx="4065568" cy="124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#мь #Mb #мь #Mb #мь #Mb #мь #Mb #мь #Mb #мь #Mb #мь #Mb #мь #Mb #мь #Mb #мь #Mb #мь #Mb #мь #Mb #мь #Mb #мь #Mb #мь #Mb #мь #Mb #мь #Mb #мь #Mb #мь #Mb #мь #Mb #мь #Mb #мь #Mb #мь #Mb #мь #Mb #мь #Mb #мь #Mb #мь #M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2225" y="1297450"/>
            <a:ext cx="736834" cy="79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1149250" y="316175"/>
            <a:ext cx="28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программы: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96050" y="991400"/>
            <a:ext cx="8151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/>
              <a:t>На протяжении все игры на экране будут находится показания очков и рекорд.</a:t>
            </a:r>
            <a:endParaRPr sz="2300"/>
          </a:p>
        </p:txBody>
      </p:sp>
      <p:sp>
        <p:nvSpPr>
          <p:cNvPr id="102" name="Google Shape;102;p17"/>
          <p:cNvSpPr txBox="1"/>
          <p:nvPr/>
        </p:nvSpPr>
        <p:spPr>
          <a:xfrm>
            <a:off x="496050" y="1926500"/>
            <a:ext cx="6270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П</a:t>
            </a:r>
            <a:r>
              <a:rPr lang="ru" sz="2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осле закрытия игры в терминале будет написан ваш рекорд, который запишется в файл вместе с вашим ником.</a:t>
            </a:r>
            <a:endParaRPr baseline="-25000" sz="2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3" name="Google Shape;103;p17" title="Снимок экрана 2026-05-20 1621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700" y="316175"/>
            <a:ext cx="19335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Снимок экрана 2026-05-20 162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50" y="3272000"/>
            <a:ext cx="20955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ох чорт как же я крут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300" y="3106238"/>
            <a:ext cx="2221541" cy="16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Снимок экрана 2026-05-23 19123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9925" y="1740225"/>
            <a:ext cx="2072250" cy="177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629725" y="262450"/>
            <a:ext cx="17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Проблемы: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635550" y="781450"/>
            <a:ext cx="80001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/>
              <a:t>Во время написания кода возникли некоторые проблемы:</a:t>
            </a:r>
            <a:endParaRPr sz="2400"/>
          </a:p>
        </p:txBody>
      </p:sp>
      <p:sp>
        <p:nvSpPr>
          <p:cNvPr id="113" name="Google Shape;113;p18"/>
          <p:cNvSpPr txBox="1"/>
          <p:nvPr/>
        </p:nvSpPr>
        <p:spPr>
          <a:xfrm>
            <a:off x="565800" y="1430300"/>
            <a:ext cx="70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verage"/>
              <a:buAutoNum type="arabicPeriod"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Некорректное импортирование модуля в основной файл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35550" y="1992088"/>
            <a:ext cx="69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2. Проблемы со скачиванием библиотек для </a:t>
            </a: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воспроизведения</a:t>
            </a: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звуковых эффектов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5" name="Google Shape;115;p18" title="мух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50" y="137075"/>
            <a:ext cx="644375" cy="6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635550" y="2847100"/>
            <a:ext cx="617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3. Неправильный ввод рекорда в файл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7" name="Google Shape;117;p18" title="загруженное (18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825" y="2571750"/>
            <a:ext cx="2168785" cy="162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635550" y="3394325"/>
            <a:ext cx="5884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4. Проблемы с закрепление основного экрана (чтобы нельзя было менять его размер) 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2566700" y="283975"/>
            <a:ext cx="364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можно развить игру?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1328250" y="856675"/>
            <a:ext cx="64875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/>
              <a:t>Для развития программы в нее можно добавить:</a:t>
            </a:r>
            <a:endParaRPr sz="2400"/>
          </a:p>
        </p:txBody>
      </p:sp>
      <p:sp>
        <p:nvSpPr>
          <p:cNvPr id="125" name="Google Shape;125;p19"/>
          <p:cNvSpPr txBox="1"/>
          <p:nvPr/>
        </p:nvSpPr>
        <p:spPr>
          <a:xfrm>
            <a:off x="592725" y="1599388"/>
            <a:ext cx="618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1. Градиентный фон вместо однотонного</a:t>
            </a:r>
            <a:endParaRPr sz="2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92725" y="2156100"/>
            <a:ext cx="541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2. Добавить бомбочки, от которых можно взорваться</a:t>
            </a:r>
            <a:endParaRPr baseline="-25000" sz="2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92725" y="2987400"/>
            <a:ext cx="5089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3. Добавить главное меню с интерактивными кнопками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92725" y="3811350"/>
            <a:ext cx="580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4. Переназначение клавиш для управления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9" name="Google Shape;129;p19" title="₊⊹ Сильвашмеме ₊࿔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6650" y="1582789"/>
            <a:ext cx="2817651" cy="28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 title="загруженное (19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47" y="170125"/>
            <a:ext cx="962578" cy="8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2918825" y="534075"/>
            <a:ext cx="31401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5860400" y="4160525"/>
            <a:ext cx="44493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QR-код на репозиторий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 title="qrcod_eA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650" y="1760200"/>
            <a:ext cx="2283549" cy="228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 title="загруженное (20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4650" y="60151"/>
            <a:ext cx="2703700" cy="1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 title="загруженное (2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075" y="297575"/>
            <a:ext cx="1797651" cy="179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 title="загруженное (1)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4725" y="1489076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 title="Отправляй всем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2975" y="2465850"/>
            <a:ext cx="2103076" cy="206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