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Average"/>
      <p:regular r:id="rId14"/>
    </p:embeddedFont>
    <p:embeddedFont>
      <p:font typeface="Oswald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Oswald-regular.fntdata"/><Relationship Id="rId14" Type="http://schemas.openxmlformats.org/officeDocument/2006/relationships/font" Target="fonts/Average-regular.fntdata"/><Relationship Id="rId16" Type="http://schemas.openxmlformats.org/officeDocument/2006/relationships/font" Target="fonts/Oswa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e384b51214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e384b51214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384b51214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e384b51214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e384b51214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e384b51214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384b51214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384b51214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384b51214_2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384b51214_2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e384b51214_2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e384b51214_2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384b51214_2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e384b51214_2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gif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gif"/><Relationship Id="rId4" Type="http://schemas.openxmlformats.org/officeDocument/2006/relationships/image" Target="../media/image2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Relationship Id="rId4" Type="http://schemas.openxmlformats.org/officeDocument/2006/relationships/image" Target="../media/image7.jpg"/><Relationship Id="rId5" Type="http://schemas.openxmlformats.org/officeDocument/2006/relationships/image" Target="../media/image1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1.png"/><Relationship Id="rId6" Type="http://schemas.openxmlformats.org/officeDocument/2006/relationships/image" Target="../media/image2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20.jpg"/><Relationship Id="rId5" Type="http://schemas.openxmlformats.org/officeDocument/2006/relationships/image" Target="../media/image24.jpg"/><Relationship Id="rId6" Type="http://schemas.openxmlformats.org/officeDocument/2006/relationships/image" Target="../media/image10.gif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1196551" y="990800"/>
            <a:ext cx="67509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Игра “Змейка”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312625" y="3840625"/>
            <a:ext cx="29280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Кобрина Мария</a:t>
            </a:r>
            <a:endParaRPr/>
          </a:p>
        </p:txBody>
      </p:sp>
      <p:pic>
        <p:nvPicPr>
          <p:cNvPr id="61" name="Google Shape;61;p13" title="Python free icons designed by Freepik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43225" y="3078200"/>
            <a:ext cx="1629350" cy="162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3" title="загруженное (17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5275" y="1459125"/>
            <a:ext cx="2123570" cy="2117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3" title="Cat Silly Sticker - Cat Silly Dancing - Descobrir e Compartilhar GIFs_transparent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06025" y="2228850"/>
            <a:ext cx="2123575" cy="17398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400675" y="692000"/>
            <a:ext cx="2120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Цель проекта:</a:t>
            </a:r>
            <a:endParaRPr/>
          </a:p>
        </p:txBody>
      </p:sp>
      <p:sp>
        <p:nvSpPr>
          <p:cNvPr id="69" name="Google Shape;69;p14"/>
          <p:cNvSpPr txBox="1"/>
          <p:nvPr>
            <p:ph idx="1" type="body"/>
          </p:nvPr>
        </p:nvSpPr>
        <p:spPr>
          <a:xfrm>
            <a:off x="739050" y="1264688"/>
            <a:ext cx="76659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2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Основная цель проекта – воссоздать знакомый с детства игровой процесс в максимально простом и доступном виде.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504025" y="2087475"/>
            <a:ext cx="57261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>
                <a:solidFill>
                  <a:schemeClr val="dk1"/>
                </a:solidFill>
              </a:rPr>
              <a:t>Игра не ставит перед игроком сложных задач: управление интуитивно понятно, а геймплей позволяет отвлечься от повседневных забот и на несколько минут погрузиться в спокойное, медитативное занятие. </a:t>
            </a:r>
            <a:endParaRPr sz="2100">
              <a:solidFill>
                <a:schemeClr val="dk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71" name="Google Shape;71;p14" title="загруженное (2)_transparent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850" y="193620"/>
            <a:ext cx="1475275" cy="12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 title="важный кот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33275" y="2087474"/>
            <a:ext cx="2371675" cy="237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>
            <p:ph type="title"/>
          </p:nvPr>
        </p:nvSpPr>
        <p:spPr>
          <a:xfrm>
            <a:off x="1525100" y="445025"/>
            <a:ext cx="6186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Во время работы моей игры предусмотрены:</a:t>
            </a:r>
            <a:endParaRPr/>
          </a:p>
        </p:txBody>
      </p:sp>
      <p:sp>
        <p:nvSpPr>
          <p:cNvPr id="78" name="Google Shape;78;p15"/>
          <p:cNvSpPr txBox="1"/>
          <p:nvPr>
            <p:ph idx="1" type="body"/>
          </p:nvPr>
        </p:nvSpPr>
        <p:spPr>
          <a:xfrm>
            <a:off x="816425" y="1262800"/>
            <a:ext cx="7507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" sz="2300"/>
              <a:t>Графический дизайн (библиотека turtle                 )</a:t>
            </a:r>
            <a:endParaRPr sz="2300"/>
          </a:p>
        </p:txBody>
      </p:sp>
      <p:pic>
        <p:nvPicPr>
          <p:cNvPr id="79" name="Google Shape;79;p15" title="Me when my mum says she's getting me macca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76475" y="921075"/>
            <a:ext cx="1254175" cy="12541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5"/>
          <p:cNvSpPr txBox="1"/>
          <p:nvPr/>
        </p:nvSpPr>
        <p:spPr>
          <a:xfrm>
            <a:off x="861175" y="1835500"/>
            <a:ext cx="61851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2. Звуковые</a:t>
            </a:r>
            <a:r>
              <a:rPr lang="ru"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 </a:t>
            </a:r>
            <a:r>
              <a:rPr lang="ru" sz="23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эффекты (библиотека winsound)</a:t>
            </a:r>
            <a:endParaRPr sz="23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861175" y="2374300"/>
            <a:ext cx="3543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3. Запись рекорда в файл</a:t>
            </a:r>
            <a:endParaRPr sz="23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861175" y="2913100"/>
            <a:ext cx="61851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4. Повторение игрового процесса до закрытия игры (цикл while)</a:t>
            </a:r>
            <a:endParaRPr sz="22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83" name="Google Shape;83;p15" title="💞тг_ супер мили котики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51825" y="2374298"/>
            <a:ext cx="1899150" cy="189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 title="котенок пишет курсовую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36888" y="3451900"/>
            <a:ext cx="1563324" cy="156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/>
          <p:nvPr>
            <p:ph type="title"/>
          </p:nvPr>
        </p:nvSpPr>
        <p:spPr>
          <a:xfrm>
            <a:off x="1134975" y="331100"/>
            <a:ext cx="296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Работа программы:</a:t>
            </a:r>
            <a:endParaRPr/>
          </a:p>
        </p:txBody>
      </p:sp>
      <p:sp>
        <p:nvSpPr>
          <p:cNvPr id="90" name="Google Shape;90;p16"/>
          <p:cNvSpPr txBox="1"/>
          <p:nvPr>
            <p:ph idx="1" type="body"/>
          </p:nvPr>
        </p:nvSpPr>
        <p:spPr>
          <a:xfrm>
            <a:off x="603400" y="839363"/>
            <a:ext cx="5261700" cy="79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 sz="2100"/>
              <a:t>Перед игрой </a:t>
            </a:r>
            <a:r>
              <a:rPr lang="ru" sz="2100"/>
              <a:t>предлагается ввести свой ник (для записи рекорда)</a:t>
            </a:r>
            <a:endParaRPr sz="2100"/>
          </a:p>
        </p:txBody>
      </p:sp>
      <p:pic>
        <p:nvPicPr>
          <p:cNvPr id="91" name="Google Shape;91;p16" title="Снимок экрана 2026-05-20 1619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6475" y="464263"/>
            <a:ext cx="2351700" cy="15430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/>
        </p:nvSpPr>
        <p:spPr>
          <a:xfrm>
            <a:off x="4365150" y="2090350"/>
            <a:ext cx="4187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Далее открывается основной экран – сама игра. Управление и основа, без чего не будет работать игра указаны в </a:t>
            </a: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терминале.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93" name="Google Shape;93;p16" title="Снимок экрана 2026-05-20 16203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4600" y="1788825"/>
            <a:ext cx="3769124" cy="277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 title="Снимок экрана 2026-05-20 16204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26213" y="3589350"/>
            <a:ext cx="4065568" cy="124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title="#мь #Mb #мь #Mb #мь #Mb #мь #Mb #мь #Mb #мь #Mb #мь #Mb #мь #Mb #мь #Mb #мь #Mb #мь #Mb #мь #Mb #мь #Mb #мь #Mb #мь #Mb #мь #Mb #мь #Mb #мь #Mb #мь #Mb #мь #Mb #мь #Mb #мь #Mb #мь #Mb #мь #Mb #мь #Mb #мь #Mb #мь #M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12225" y="1297450"/>
            <a:ext cx="736834" cy="792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>
            <p:ph type="title"/>
          </p:nvPr>
        </p:nvSpPr>
        <p:spPr>
          <a:xfrm>
            <a:off x="1149250" y="316175"/>
            <a:ext cx="2890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Работа программы:</a:t>
            </a:r>
            <a:endParaRPr/>
          </a:p>
        </p:txBody>
      </p:sp>
      <p:sp>
        <p:nvSpPr>
          <p:cNvPr id="101" name="Google Shape;101;p17"/>
          <p:cNvSpPr txBox="1"/>
          <p:nvPr>
            <p:ph idx="1" type="body"/>
          </p:nvPr>
        </p:nvSpPr>
        <p:spPr>
          <a:xfrm>
            <a:off x="496050" y="991400"/>
            <a:ext cx="8151900" cy="9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 sz="2300"/>
              <a:t>На протяжении все игры на экране будут находится показания очков и рекорд.</a:t>
            </a:r>
            <a:endParaRPr sz="2300"/>
          </a:p>
        </p:txBody>
      </p:sp>
      <p:sp>
        <p:nvSpPr>
          <p:cNvPr id="102" name="Google Shape;102;p17"/>
          <p:cNvSpPr txBox="1"/>
          <p:nvPr/>
        </p:nvSpPr>
        <p:spPr>
          <a:xfrm>
            <a:off x="496050" y="1926500"/>
            <a:ext cx="62709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П</a:t>
            </a:r>
            <a:r>
              <a:rPr lang="ru" sz="23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осле закрытия игры в терминале будет написан ваш рекорд, который запишется в файл вместе с вашим ником.</a:t>
            </a:r>
            <a:endParaRPr baseline="-25000" sz="23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103" name="Google Shape;103;p17" title="Снимок экрана 2026-05-20 1621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14375" y="1725750"/>
            <a:ext cx="1933575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7" title="Снимок экрана 2026-05-20 162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5950" y="3272000"/>
            <a:ext cx="2095500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7" title="ох чорт как же я крут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25050" y="3009750"/>
            <a:ext cx="2221541" cy="166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629725" y="262450"/>
            <a:ext cx="1719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Проблемы:</a:t>
            </a:r>
            <a:endParaRPr/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635550" y="781450"/>
            <a:ext cx="8000100" cy="49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 sz="2400"/>
              <a:t>Во время написания кода возникли некоторые проблемы:</a:t>
            </a:r>
            <a:endParaRPr sz="2400"/>
          </a:p>
        </p:txBody>
      </p:sp>
      <p:sp>
        <p:nvSpPr>
          <p:cNvPr id="112" name="Google Shape;112;p18"/>
          <p:cNvSpPr txBox="1"/>
          <p:nvPr/>
        </p:nvSpPr>
        <p:spPr>
          <a:xfrm>
            <a:off x="565800" y="1328775"/>
            <a:ext cx="7097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verage"/>
              <a:buAutoNum type="arabicPeriod"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Некорректное импортирование модуля в основной файл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635550" y="1873988"/>
            <a:ext cx="6958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2. Проблемы со скачиванием библиотек для </a:t>
            </a: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воспроизведения</a:t>
            </a: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 звуковых эффектов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114" name="Google Shape;114;p18" title="муха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150" y="137075"/>
            <a:ext cx="644375" cy="6443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8"/>
          <p:cNvSpPr txBox="1"/>
          <p:nvPr/>
        </p:nvSpPr>
        <p:spPr>
          <a:xfrm>
            <a:off x="635550" y="2709463"/>
            <a:ext cx="6172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3. Неправильный ввод рекорда в файл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116" name="Google Shape;116;p18" title="загруженное (18)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40825" y="2571750"/>
            <a:ext cx="2168785" cy="162297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 txBox="1"/>
          <p:nvPr/>
        </p:nvSpPr>
        <p:spPr>
          <a:xfrm>
            <a:off x="635550" y="3202075"/>
            <a:ext cx="5884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4. Проблемы с закрепление основного экрана (чтобы нельзя было менять его размер) 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2566700" y="283975"/>
            <a:ext cx="3642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можно развить игру?</a:t>
            </a:r>
            <a:endParaRPr/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1328250" y="856675"/>
            <a:ext cx="64875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 sz="2400"/>
              <a:t>Для развития программы в нее можно добавить:</a:t>
            </a:r>
            <a:endParaRPr sz="2400"/>
          </a:p>
        </p:txBody>
      </p:sp>
      <p:sp>
        <p:nvSpPr>
          <p:cNvPr id="124" name="Google Shape;124;p19"/>
          <p:cNvSpPr txBox="1"/>
          <p:nvPr/>
        </p:nvSpPr>
        <p:spPr>
          <a:xfrm>
            <a:off x="592725" y="1423525"/>
            <a:ext cx="6185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1. Градиентный фон вместо однотонного</a:t>
            </a:r>
            <a:endParaRPr sz="21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592725" y="1931425"/>
            <a:ext cx="541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2. Добавить бомбочки, от которых можно взорваться</a:t>
            </a:r>
            <a:endParaRPr baseline="-25000" sz="21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126" name="Google Shape;126;p19"/>
          <p:cNvSpPr txBox="1"/>
          <p:nvPr/>
        </p:nvSpPr>
        <p:spPr>
          <a:xfrm>
            <a:off x="592725" y="2710275"/>
            <a:ext cx="50898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3. Добавить главное меню с интерактивными кнопками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127" name="Google Shape;127;p19"/>
          <p:cNvSpPr txBox="1"/>
          <p:nvPr/>
        </p:nvSpPr>
        <p:spPr>
          <a:xfrm>
            <a:off x="592725" y="3510675"/>
            <a:ext cx="5807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4. Переназначение клавиш для управления</a:t>
            </a:r>
            <a:endParaRPr sz="2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pic>
        <p:nvPicPr>
          <p:cNvPr id="128" name="Google Shape;128;p19" title="₊⊹ Сильвашмеме ₊࿔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5175" y="1550575"/>
            <a:ext cx="2817651" cy="2817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9" title="загруженное (19)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5747" y="170125"/>
            <a:ext cx="962578" cy="8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>
            <p:ph type="title"/>
          </p:nvPr>
        </p:nvSpPr>
        <p:spPr>
          <a:xfrm>
            <a:off x="2918825" y="534075"/>
            <a:ext cx="3140100" cy="59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135" name="Google Shape;135;p20"/>
          <p:cNvSpPr txBox="1"/>
          <p:nvPr>
            <p:ph idx="1" type="body"/>
          </p:nvPr>
        </p:nvSpPr>
        <p:spPr>
          <a:xfrm>
            <a:off x="5860400" y="4160525"/>
            <a:ext cx="4449300" cy="102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/>
              <a:t>QR-код на репозиторий</a:t>
            </a: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6" name="Google Shape;136;p20" title="qrcod_eAu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4650" y="1760200"/>
            <a:ext cx="2283549" cy="2283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 title="загруженное (20)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74650" y="60151"/>
            <a:ext cx="2703700" cy="158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0" title="загруженное (21)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075" y="297575"/>
            <a:ext cx="1797651" cy="1797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0" title="загруженное (1)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04725" y="1489076"/>
            <a:ext cx="23812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0" title="Отправляй всем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12975" y="2465850"/>
            <a:ext cx="2103076" cy="2068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